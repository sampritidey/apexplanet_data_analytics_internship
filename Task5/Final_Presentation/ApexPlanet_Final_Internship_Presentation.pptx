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6840" y="0"/>
            <a:ext cx="3184855" cy="685800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61895" cy="685800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ApexPlanet Data Analytics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74980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Final Portfolio &amp; Internship Presentation</a:t>
            </a:r>
          </a:p>
          <a:p>
            <a:pPr>
              <a:defRPr sz="1400">
                <a:solidFill>
                  <a:srgbClr val="DCE6F5"/>
                </a:solidFill>
                <a:latin typeface="Aptos"/>
              </a:defRPr>
            </a:pPr>
            <a:r>
              <a:t>End-to-end data analytics journey • Tasks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Sampriti Dey</a:t>
            </a:r>
          </a:p>
          <a:p>
            <a:pPr>
              <a:defRPr sz="1100">
                <a:solidFill>
                  <a:srgbClr val="D2DCEB"/>
                </a:solidFill>
                <a:latin typeface="Aptos"/>
              </a:defRPr>
            </a:pPr>
            <a:r>
              <a:t>Data Analytics Internship | 60-Day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A structured journey from raw data to a professional analytics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508760" cy="310896"/>
          </a:xfrm>
          <a:prstGeom prst="round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933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324612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01  Data Wrangling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162763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Understand, clean and prepare 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828800"/>
            <a:ext cx="19933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828800"/>
            <a:ext cx="64008" cy="324612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9339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02  EDA &amp;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50592"/>
            <a:ext cx="162763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Explore patterns and answer business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828800"/>
            <a:ext cx="19933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828800"/>
            <a:ext cx="64008" cy="324612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199339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03  Deep-Dive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450592"/>
            <a:ext cx="162763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Customer analysis, segmentation and dashboarding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5" y="1828800"/>
            <a:ext cx="19933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43215" y="1828800"/>
            <a:ext cx="64008" cy="3246120"/>
          </a:xfrm>
          <a:prstGeom prst="rect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99339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04  Story + 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450592"/>
            <a:ext cx="162763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Communicate findings and validate conclusions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828800"/>
            <a:ext cx="19933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10928" y="1828800"/>
            <a:ext cx="64008" cy="324612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1993392"/>
            <a:ext cx="1627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05 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450592"/>
            <a:ext cx="162763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Integrate work into one professional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Task 1 — Data Immersion &amp;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Building a reliable foundation for all downstream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20624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632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Understand the dataset, identify data-quality issues, and prepare a clean, analysis-ready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420624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Key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632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• Dataset inspection</a:t>
            </a:r>
            <a:br/>
            <a:r>
              <a:t>• Data-quality checks</a:t>
            </a:r>
            <a:br/>
            <a:r>
              <a:t>• Cleaning and transformation</a:t>
            </a:r>
            <a:br/>
            <a:r>
              <a:t>• Data dictionary</a:t>
            </a:r>
            <a:br/>
            <a:r>
              <a:t>• Cleaned dataset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420624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39112"/>
            <a:ext cx="30632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A consistent dataset and documented workflow that could be used confidently for exploratory and business analysis in later 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Task 2 — Exploratory Data Analysis 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Turning the cleaned dataset into business-oriented questions and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600200" cy="310896"/>
          </a:xfrm>
          <a:prstGeom prst="round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ANALYSIS 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572768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Sales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Compare sales contribution across product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572768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Sales by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Identify differences in sales performance across locations.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828800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828800"/>
            <a:ext cx="64008" cy="1572768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9933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Product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45059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Examine sales and quantity patterns at product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64008" cy="1572768"/>
          </a:xfrm>
          <a:prstGeom prst="rect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91363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Monthly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70831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Analyze sales across year, month and month name.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49039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49039"/>
            <a:ext cx="64008" cy="157276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91363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Gender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370831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Compare sales across gender groups.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749039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3749039"/>
            <a:ext cx="64008" cy="1572768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91363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Price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370831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Examine average unit price by product.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Task 3 — Customer Segmentation &amp; Interactive Dashboarding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A customer-focused deep dive into purchasing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34340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Customer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37744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• Total Spending</a:t>
            </a:r>
            <a:br/>
            <a:r>
              <a:t>• Total Quantity</a:t>
            </a:r>
            <a:br/>
            <a:r>
              <a:t>• Number of Orders</a:t>
            </a:r>
            <a:br/>
            <a:r>
              <a:t>• Average Order Value</a:t>
            </a:r>
            <a:br/>
            <a:r>
              <a:t>• Average 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64008" cy="434340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5819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39112"/>
            <a:ext cx="237744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Customer-level data was used to identify groups with different purchasing characteristics using a segmentation approach.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1732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64008" cy="434340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5819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39112"/>
            <a:ext cx="237744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An interactive dashboard was prepared to make customer segments and key measures easier to compare and explore.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1965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64008" cy="4343400"/>
          </a:xfrm>
          <a:prstGeom prst="rect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58191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39112"/>
            <a:ext cx="160020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A deeper view of customer behaviour and a more interactive way to communicate segment-level findings.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Task 4 — Data Storytelling &amp;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Connecting analysis, evidence and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25196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Data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63240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Structured the analytical findings into a clear narrative so that the audience can follow the problem, analysis and key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425196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Statistical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63240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Applied hypothesis-oriented thinking and statistical validation to support conclusions beyond simple visual observations.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425196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39112"/>
            <a:ext cx="3063240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Prepared a professional presentation focused on communicating analytical findings clearly to a stakeholder-oriented audience.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Task 5 — Capstone Integration &amp; Portfolio Finalization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Bringing the complete internship into one professional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828800" cy="310896"/>
          </a:xfrm>
          <a:prstGeom prst="round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PORTFOLIO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10512"/>
            <a:ext cx="64008" cy="114300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Master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3230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Single point of reference for the internship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1051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10512"/>
            <a:ext cx="64008" cy="114300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9751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Professional 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43230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Overview of the internship, workflow, skills and task links.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2783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27832"/>
            <a:ext cx="64008" cy="114300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Previous Task Repositories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84962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Direct links to the four part-specific project repositories.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2783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27832"/>
            <a:ext cx="64008" cy="1143000"/>
          </a:xfrm>
          <a:prstGeom prst="rect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3924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Final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84962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Refined presentation summarizing the complete journey.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4515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45152"/>
            <a:ext cx="64008" cy="114300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09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Internship Reflection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26694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Documenting growth, skills, challenges and future learning goals.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4515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645152"/>
            <a:ext cx="64008" cy="114300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809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Portfolio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5266944"/>
            <a:ext cx="4892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3–5 minute final video explaining the portfolio and learning journey.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Technical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Tools and capabilities practiced across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69164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Data preparation and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64008" cy="169164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7335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Pandas /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3055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Data manipulation and calculations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64008" cy="169164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7335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3055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Business questions and aggregation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50876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39" y="1508760"/>
            <a:ext cx="64008" cy="1691640"/>
          </a:xfrm>
          <a:prstGeom prst="rect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7" y="167335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213055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Trends, comparisons and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64008" cy="1691640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2219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7939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Customer-level behavioural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6576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657600"/>
            <a:ext cx="64008" cy="169164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82219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Dashboarding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27939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Interactive analytical communication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6576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64008" cy="169164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82219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Statistics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27939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Hypothesis-oriented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39" y="36576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39" y="3657600"/>
            <a:ext cx="64008" cy="169164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7" y="382219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4279392"/>
            <a:ext cx="21488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Documentation and portfolio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Key Learnings &amp; Professional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From individual analytical steps to an end-to-end data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34340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What I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983479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• Clean data is the foundation of reliable analysis.</a:t>
            </a:r>
            <a:br/>
            <a:r>
              <a:t>• Business questions guide useful analysis.</a:t>
            </a:r>
            <a:br/>
            <a:r>
              <a:t>• SQL and Python can work together for practical analytics.</a:t>
            </a:r>
            <a:br/>
            <a:r>
              <a:t>• Customer metrics help reveal purchasing behaviour.</a:t>
            </a:r>
            <a:br/>
            <a:r>
              <a:t>• Dashboards make findings easier to explore.</a:t>
            </a:r>
            <a:br/>
            <a:r>
              <a:t>• Statistical validation strengthens analytical reasoning.</a:t>
            </a:r>
            <a:br/>
            <a:r>
              <a:t>• Clear storytelling makes technical findings accessible.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434340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How I Grew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4983479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• Improved problem-solving and analytical thinking.</a:t>
            </a:r>
            <a:br/>
            <a:r>
              <a:t>• Became more comfortable troubleshooting practical issues.</a:t>
            </a:r>
            <a:br/>
            <a:r>
              <a:t>• Improved documentation and project organization.</a:t>
            </a:r>
            <a:br/>
            <a:r>
              <a:t>• Practiced communicating technical work clearly.</a:t>
            </a:r>
            <a:br/>
            <a:r>
              <a:t>• Learned to connect multiple tools into one workflow.</a:t>
            </a:r>
            <a:br/>
            <a:r>
              <a:t>• Developed a more professional approach to portfolio presentation.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The complete analytics lifecycle practiced during the internship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331720"/>
            <a:ext cx="777240" cy="777240"/>
          </a:xfrm>
          <a:prstGeom prst="ellipse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2728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47672" y="2331720"/>
            <a:ext cx="777240" cy="777240"/>
          </a:xfrm>
          <a:prstGeom prst="ellipse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2424" y="2331720"/>
            <a:ext cx="777240" cy="777240"/>
          </a:xfrm>
          <a:prstGeom prst="ellipse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2232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7176" y="2331720"/>
            <a:ext cx="777240" cy="777240"/>
          </a:xfrm>
          <a:prstGeom prst="ellipse">
            <a:avLst/>
          </a:prstGeom>
          <a:solidFill>
            <a:srgbClr val="4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6984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2331720"/>
            <a:ext cx="777240" cy="777240"/>
          </a:xfrm>
          <a:prstGeom prst="ellipse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31736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26680" y="2331720"/>
            <a:ext cx="777240" cy="777240"/>
          </a:xfrm>
          <a:prstGeom prst="ellipse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1432" y="2331720"/>
            <a:ext cx="777240" cy="777240"/>
          </a:xfrm>
          <a:prstGeom prst="ellipse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660904"/>
            <a:ext cx="713232" cy="54864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16184" y="2331720"/>
            <a:ext cx="777240" cy="777240"/>
          </a:xfrm>
          <a:prstGeom prst="ellipse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1592" y="3246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2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6052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D323A"/>
                </a:solidFill>
                <a:latin typeface="Aptos"/>
              </a:defRPr>
            </a:pPr>
            <a:r>
              <a:t>The internship helped me connect technical analysis with business communication and professional documentation.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2"/>
                </a:solidFill>
                <a:latin typeface="Aptos Display"/>
              </a:defRPr>
            </a:pPr>
            <a:r>
              <a:t>Portfolio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Recommended structure for the master 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389120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632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Data Immersion &amp; Wrangling</a:t>
            </a:r>
            <a:br/>
            <a:br/>
            <a:r>
              <a:t>Cleaned dataset</a:t>
            </a:r>
            <a:br/>
            <a:r>
              <a:t>Data dictionary</a:t>
            </a:r>
            <a:br/>
            <a:r>
              <a:t>Python cleaning work</a:t>
            </a:r>
            <a:br/>
            <a:r>
              <a:t>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4389120"/>
          </a:xfrm>
          <a:prstGeom prst="rect">
            <a:avLst/>
          </a:prstGeom>
          <a:solidFill>
            <a:srgbClr val="2B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632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EDA &amp; Business Intelligence</a:t>
            </a:r>
            <a:br/>
            <a:br/>
            <a:r>
              <a:t>EDA report</a:t>
            </a:r>
            <a:br/>
            <a:r>
              <a:t>SQL analysis</a:t>
            </a:r>
            <a:br/>
            <a:r>
              <a:t>Business insights</a:t>
            </a:r>
            <a:br/>
            <a:r>
              <a:t>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4389120"/>
          </a:xfrm>
          <a:prstGeom prst="rect">
            <a:avLst/>
          </a:prstGeom>
          <a:solidFill>
            <a:srgbClr val="D6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2"/>
                </a:solidFill>
                <a:latin typeface="Aptos Display"/>
              </a:defRPr>
            </a:pPr>
            <a:r>
              <a:t>Task 3 + 4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39112"/>
            <a:ext cx="30632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23A"/>
                </a:solidFill>
                <a:latin typeface="Aptos"/>
              </a:defRPr>
            </a:pPr>
            <a:r>
              <a:t>Deep-Dive &amp; Dashboarding</a:t>
            </a:r>
            <a:br/>
            <a:r>
              <a:t>Data Storytelling &amp; Statistical Validation</a:t>
            </a:r>
            <a:br/>
            <a:br/>
            <a:r>
              <a:t>Reports, dashboard, presentation and supporting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DCE6F5"/>
                </a:solidFill>
                <a:latin typeface="Aptos Display"/>
              </a:defRPr>
            </a:pPr>
            <a:r>
              <a:t>ApexPlanet Data Analytics Internship</a:t>
            </a:r>
          </a:p>
          <a:p>
            <a:pPr algn="ctr">
              <a:defRPr sz="1400">
                <a:solidFill>
                  <a:srgbClr val="BECDE1"/>
                </a:solidFill>
                <a:latin typeface="Aptos"/>
              </a:defRPr>
            </a:pPr>
            <a:r>
              <a:t>Final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Sampriti 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C78"/>
                </a:solidFill>
                <a:latin typeface="Aptos"/>
              </a:defRPr>
            </a:pPr>
            <a:r>
              <a:t>ApexPlanet Data Analytics Internship   |   Final Portfolio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